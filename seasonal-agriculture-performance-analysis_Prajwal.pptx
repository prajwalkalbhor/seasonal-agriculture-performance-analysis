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E391F8-666E-4B77-B51B-9824D0DA657E}" v="43" dt="2026-09-15T15:25:28.63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jwal kalbhor" userId="e17723fef1c6ef64" providerId="LiveId" clId="{00096F88-5E5C-41EB-8B9C-F5C5AC98715A}"/>
    <pc:docChg chg="custSel addSld delSld modSld">
      <pc:chgData name="prajwal kalbhor" userId="e17723fef1c6ef64" providerId="LiveId" clId="{00096F88-5E5C-41EB-8B9C-F5C5AC98715A}" dt="2026-09-15T15:25:46.371" v="99" actId="207"/>
      <pc:docMkLst>
        <pc:docMk/>
      </pc:docMkLst>
      <pc:sldChg chg="delSp mod">
        <pc:chgData name="prajwal kalbhor" userId="e17723fef1c6ef64" providerId="LiveId" clId="{00096F88-5E5C-41EB-8B9C-F5C5AC98715A}" dt="2026-09-15T15:25:01.365" v="98" actId="478"/>
        <pc:sldMkLst>
          <pc:docMk/>
          <pc:sldMk cId="3401748718" sldId="304"/>
        </pc:sldMkLst>
        <pc:spChg chg="del">
          <ac:chgData name="prajwal kalbhor" userId="e17723fef1c6ef64" providerId="LiveId" clId="{00096F88-5E5C-41EB-8B9C-F5C5AC98715A}" dt="2026-09-15T15:25:01.365" v="98" actId="478"/>
          <ac:spMkLst>
            <pc:docMk/>
            <pc:sldMk cId="3401748718" sldId="304"/>
            <ac:spMk id="12" creationId="{BC277FD7-925B-4C3D-A364-118403201507}"/>
          </ac:spMkLst>
        </pc:spChg>
      </pc:sldChg>
      <pc:sldChg chg="modSp mod">
        <pc:chgData name="prajwal kalbhor" userId="e17723fef1c6ef64" providerId="LiveId" clId="{00096F88-5E5C-41EB-8B9C-F5C5AC98715A}" dt="2026-09-15T06:25:53.707" v="38" actId="14100"/>
        <pc:sldMkLst>
          <pc:docMk/>
          <pc:sldMk cId="1604013440" sldId="338"/>
        </pc:sldMkLst>
        <pc:spChg chg="mod">
          <ac:chgData name="prajwal kalbhor" userId="e17723fef1c6ef64" providerId="LiveId" clId="{00096F88-5E5C-41EB-8B9C-F5C5AC98715A}" dt="2026-09-15T06:25:53.707" v="38" actId="14100"/>
          <ac:spMkLst>
            <pc:docMk/>
            <pc:sldMk cId="1604013440" sldId="338"/>
            <ac:spMk id="4" creationId="{92056599-CDAA-4367-BEF8-31D6E32518C8}"/>
          </ac:spMkLst>
        </pc:spChg>
      </pc:sldChg>
      <pc:sldChg chg="addSp modSp mod">
        <pc:chgData name="prajwal kalbhor" userId="e17723fef1c6ef64" providerId="LiveId" clId="{00096F88-5E5C-41EB-8B9C-F5C5AC98715A}" dt="2026-09-15T14:45:32.841" v="45" actId="1076"/>
        <pc:sldMkLst>
          <pc:docMk/>
          <pc:sldMk cId="1086225493" sldId="339"/>
        </pc:sldMkLst>
        <pc:picChg chg="add mod">
          <ac:chgData name="prajwal kalbhor" userId="e17723fef1c6ef64" providerId="LiveId" clId="{00096F88-5E5C-41EB-8B9C-F5C5AC98715A}" dt="2026-09-15T14:45:32.841" v="45" actId="1076"/>
          <ac:picMkLst>
            <pc:docMk/>
            <pc:sldMk cId="1086225493" sldId="339"/>
            <ac:picMk id="3" creationId="{D9ED444E-0B7C-CE38-F8DB-9FEA552D04AF}"/>
          </ac:picMkLst>
        </pc:picChg>
      </pc:sldChg>
      <pc:sldChg chg="addSp delSp modSp mod delAnim">
        <pc:chgData name="prajwal kalbhor" userId="e17723fef1c6ef64" providerId="LiveId" clId="{00096F88-5E5C-41EB-8B9C-F5C5AC98715A}" dt="2026-09-15T14:46:45.360" v="58" actId="1076"/>
        <pc:sldMkLst>
          <pc:docMk/>
          <pc:sldMk cId="3849627828" sldId="340"/>
        </pc:sldMkLst>
        <pc:spChg chg="add del mod">
          <ac:chgData name="prajwal kalbhor" userId="e17723fef1c6ef64" providerId="LiveId" clId="{00096F88-5E5C-41EB-8B9C-F5C5AC98715A}" dt="2026-09-15T14:46:18.253" v="50" actId="478"/>
          <ac:spMkLst>
            <pc:docMk/>
            <pc:sldMk cId="3849627828" sldId="340"/>
            <ac:spMk id="9" creationId="{A9A514D9-DF16-89EE-CCF2-53B2F767CFCF}"/>
          </ac:spMkLst>
        </pc:spChg>
        <pc:spChg chg="del">
          <ac:chgData name="prajwal kalbhor" userId="e17723fef1c6ef64" providerId="LiveId" clId="{00096F88-5E5C-41EB-8B9C-F5C5AC98715A}" dt="2026-09-15T14:46:11.623" v="48" actId="478"/>
          <ac:spMkLst>
            <pc:docMk/>
            <pc:sldMk cId="3849627828" sldId="340"/>
            <ac:spMk id="10" creationId="{3A64DB11-806F-1A4C-E0D5-D745D29CED50}"/>
          </ac:spMkLst>
        </pc:spChg>
        <pc:picChg chg="add mod">
          <ac:chgData name="prajwal kalbhor" userId="e17723fef1c6ef64" providerId="LiveId" clId="{00096F88-5E5C-41EB-8B9C-F5C5AC98715A}" dt="2026-09-15T14:46:45.360" v="58" actId="1076"/>
          <ac:picMkLst>
            <pc:docMk/>
            <pc:sldMk cId="3849627828" sldId="340"/>
            <ac:picMk id="3" creationId="{80086691-6ABF-9AD3-34AB-6EA2A9F368E5}"/>
          </ac:picMkLst>
        </pc:picChg>
      </pc:sldChg>
      <pc:sldChg chg="modSp mod">
        <pc:chgData name="prajwal kalbhor" userId="e17723fef1c6ef64" providerId="LiveId" clId="{00096F88-5E5C-41EB-8B9C-F5C5AC98715A}" dt="2026-09-15T15:25:46.371" v="99" actId="207"/>
        <pc:sldMkLst>
          <pc:docMk/>
          <pc:sldMk cId="3863610428" sldId="342"/>
        </pc:sldMkLst>
        <pc:spChg chg="mod">
          <ac:chgData name="prajwal kalbhor" userId="e17723fef1c6ef64" providerId="LiveId" clId="{00096F88-5E5C-41EB-8B9C-F5C5AC98715A}" dt="2026-09-15T15:25:46.371" v="99" actId="207"/>
          <ac:spMkLst>
            <pc:docMk/>
            <pc:sldMk cId="3863610428" sldId="342"/>
            <ac:spMk id="3" creationId="{5F0B37E4-66B1-8633-7266-68B321742757}"/>
          </ac:spMkLst>
        </pc:spChg>
      </pc:sldChg>
      <pc:sldChg chg="addSp delSp modSp mod delAnim">
        <pc:chgData name="prajwal kalbhor" userId="e17723fef1c6ef64" providerId="LiveId" clId="{00096F88-5E5C-41EB-8B9C-F5C5AC98715A}" dt="2026-09-15T14:47:21.544" v="63" actId="1076"/>
        <pc:sldMkLst>
          <pc:docMk/>
          <pc:sldMk cId="1698901770" sldId="344"/>
        </pc:sldMkLst>
        <pc:spChg chg="add del mod">
          <ac:chgData name="prajwal kalbhor" userId="e17723fef1c6ef64" providerId="LiveId" clId="{00096F88-5E5C-41EB-8B9C-F5C5AC98715A}" dt="2026-09-15T14:46:55.244" v="60" actId="478"/>
          <ac:spMkLst>
            <pc:docMk/>
            <pc:sldMk cId="1698901770" sldId="344"/>
            <ac:spMk id="3" creationId="{8F2774C4-0DF9-657A-31CA-46DA128F0E58}"/>
          </ac:spMkLst>
        </pc:spChg>
        <pc:spChg chg="del">
          <ac:chgData name="prajwal kalbhor" userId="e17723fef1c6ef64" providerId="LiveId" clId="{00096F88-5E5C-41EB-8B9C-F5C5AC98715A}" dt="2026-09-15T14:46:52.919" v="59" actId="478"/>
          <ac:spMkLst>
            <pc:docMk/>
            <pc:sldMk cId="1698901770" sldId="344"/>
            <ac:spMk id="10" creationId="{B6E3B1C7-6A8B-23EE-6251-DC1067C6ADE9}"/>
          </ac:spMkLst>
        </pc:spChg>
        <pc:picChg chg="add mod">
          <ac:chgData name="prajwal kalbhor" userId="e17723fef1c6ef64" providerId="LiveId" clId="{00096F88-5E5C-41EB-8B9C-F5C5AC98715A}" dt="2026-09-15T14:47:21.544" v="63" actId="1076"/>
          <ac:picMkLst>
            <pc:docMk/>
            <pc:sldMk cId="1698901770" sldId="344"/>
            <ac:picMk id="9" creationId="{3E442E45-53A7-C4B1-43CA-9EDBA7E7039C}"/>
          </ac:picMkLst>
        </pc:picChg>
      </pc:sldChg>
      <pc:sldChg chg="addSp delSp modSp mod delAnim">
        <pc:chgData name="prajwal kalbhor" userId="e17723fef1c6ef64" providerId="LiveId" clId="{00096F88-5E5C-41EB-8B9C-F5C5AC98715A}" dt="2026-09-15T14:48:33.448" v="70" actId="1076"/>
        <pc:sldMkLst>
          <pc:docMk/>
          <pc:sldMk cId="1903979828" sldId="345"/>
        </pc:sldMkLst>
        <pc:spChg chg="add del mod">
          <ac:chgData name="prajwal kalbhor" userId="e17723fef1c6ef64" providerId="LiveId" clId="{00096F88-5E5C-41EB-8B9C-F5C5AC98715A}" dt="2026-09-15T14:47:30.918" v="65" actId="478"/>
          <ac:spMkLst>
            <pc:docMk/>
            <pc:sldMk cId="1903979828" sldId="345"/>
            <ac:spMk id="3" creationId="{CB9528EB-71EF-18CB-17B7-250D70A8E1EF}"/>
          </ac:spMkLst>
        </pc:spChg>
        <pc:spChg chg="del">
          <ac:chgData name="prajwal kalbhor" userId="e17723fef1c6ef64" providerId="LiveId" clId="{00096F88-5E5C-41EB-8B9C-F5C5AC98715A}" dt="2026-09-15T14:47:28.603" v="64" actId="478"/>
          <ac:spMkLst>
            <pc:docMk/>
            <pc:sldMk cId="1903979828" sldId="345"/>
            <ac:spMk id="10" creationId="{2B7B89A1-9444-8322-CADC-42D31D698FA8}"/>
          </ac:spMkLst>
        </pc:spChg>
        <pc:picChg chg="add mod">
          <ac:chgData name="prajwal kalbhor" userId="e17723fef1c6ef64" providerId="LiveId" clId="{00096F88-5E5C-41EB-8B9C-F5C5AC98715A}" dt="2026-09-15T14:48:33.448" v="70" actId="1076"/>
          <ac:picMkLst>
            <pc:docMk/>
            <pc:sldMk cId="1903979828" sldId="345"/>
            <ac:picMk id="9" creationId="{2CA21D21-BCAC-45D0-BA35-C7540476A5BF}"/>
          </ac:picMkLst>
        </pc:picChg>
      </pc:sldChg>
      <pc:sldChg chg="addSp delSp modSp mod delAnim">
        <pc:chgData name="prajwal kalbhor" userId="e17723fef1c6ef64" providerId="LiveId" clId="{00096F88-5E5C-41EB-8B9C-F5C5AC98715A}" dt="2026-09-15T14:49:11.652" v="76" actId="1076"/>
        <pc:sldMkLst>
          <pc:docMk/>
          <pc:sldMk cId="1421522261" sldId="346"/>
        </pc:sldMkLst>
        <pc:spChg chg="add del mod">
          <ac:chgData name="prajwal kalbhor" userId="e17723fef1c6ef64" providerId="LiveId" clId="{00096F88-5E5C-41EB-8B9C-F5C5AC98715A}" dt="2026-09-15T14:48:42.373" v="72" actId="478"/>
          <ac:spMkLst>
            <pc:docMk/>
            <pc:sldMk cId="1421522261" sldId="346"/>
            <ac:spMk id="3" creationId="{9C5E5FD9-220D-F2F8-5C31-C3266BFC401B}"/>
          </ac:spMkLst>
        </pc:spChg>
        <pc:spChg chg="del">
          <ac:chgData name="prajwal kalbhor" userId="e17723fef1c6ef64" providerId="LiveId" clId="{00096F88-5E5C-41EB-8B9C-F5C5AC98715A}" dt="2026-09-15T14:48:39.681" v="71" actId="478"/>
          <ac:spMkLst>
            <pc:docMk/>
            <pc:sldMk cId="1421522261" sldId="346"/>
            <ac:spMk id="10" creationId="{F85C769B-425A-FE3B-E47A-3B747985DC52}"/>
          </ac:spMkLst>
        </pc:spChg>
        <pc:picChg chg="add mod">
          <ac:chgData name="prajwal kalbhor" userId="e17723fef1c6ef64" providerId="LiveId" clId="{00096F88-5E5C-41EB-8B9C-F5C5AC98715A}" dt="2026-09-15T14:49:11.652" v="76" actId="1076"/>
          <ac:picMkLst>
            <pc:docMk/>
            <pc:sldMk cId="1421522261" sldId="346"/>
            <ac:picMk id="9" creationId="{D5E8C234-2F45-7C7C-1007-95F9500679F5}"/>
          </ac:picMkLst>
        </pc:picChg>
      </pc:sldChg>
      <pc:sldChg chg="addSp delSp modSp new del mod modAnim">
        <pc:chgData name="prajwal kalbhor" userId="e17723fef1c6ef64" providerId="LiveId" clId="{00096F88-5E5C-41EB-8B9C-F5C5AC98715A}" dt="2026-09-15T15:24:49.637" v="96" actId="47"/>
        <pc:sldMkLst>
          <pc:docMk/>
          <pc:sldMk cId="1712740980" sldId="347"/>
        </pc:sldMkLst>
        <pc:spChg chg="del">
          <ac:chgData name="prajwal kalbhor" userId="e17723fef1c6ef64" providerId="LiveId" clId="{00096F88-5E5C-41EB-8B9C-F5C5AC98715A}" dt="2026-09-15T14:49:38.211" v="81" actId="478"/>
          <ac:spMkLst>
            <pc:docMk/>
            <pc:sldMk cId="1712740980" sldId="347"/>
            <ac:spMk id="2" creationId="{EF880325-756E-CDEF-F0A1-4EFBA6624E9D}"/>
          </ac:spMkLst>
        </pc:spChg>
        <pc:spChg chg="del">
          <ac:chgData name="prajwal kalbhor" userId="e17723fef1c6ef64" providerId="LiveId" clId="{00096F88-5E5C-41EB-8B9C-F5C5AC98715A}" dt="2026-09-15T14:49:38.211" v="81" actId="478"/>
          <ac:spMkLst>
            <pc:docMk/>
            <pc:sldMk cId="1712740980" sldId="347"/>
            <ac:spMk id="3" creationId="{1244003C-C9CF-7631-0020-5B7E77BE859C}"/>
          </ac:spMkLst>
        </pc:spChg>
        <pc:spChg chg="del">
          <ac:chgData name="prajwal kalbhor" userId="e17723fef1c6ef64" providerId="LiveId" clId="{00096F88-5E5C-41EB-8B9C-F5C5AC98715A}" dt="2026-09-15T14:49:38.211" v="81" actId="478"/>
          <ac:spMkLst>
            <pc:docMk/>
            <pc:sldMk cId="1712740980" sldId="347"/>
            <ac:spMk id="4" creationId="{F34F4318-8336-67B7-66DA-917D0AA8E698}"/>
          </ac:spMkLst>
        </pc:spChg>
        <pc:spChg chg="add mod">
          <ac:chgData name="prajwal kalbhor" userId="e17723fef1c6ef64" providerId="LiveId" clId="{00096F88-5E5C-41EB-8B9C-F5C5AC98715A}" dt="2026-09-15T14:49:35.315" v="80"/>
          <ac:spMkLst>
            <pc:docMk/>
            <pc:sldMk cId="1712740980" sldId="347"/>
            <ac:spMk id="5" creationId="{9343786F-51FB-2AB6-8F42-DB64694DD14C}"/>
          </ac:spMkLst>
        </pc:spChg>
        <pc:spChg chg="add mod">
          <ac:chgData name="prajwal kalbhor" userId="e17723fef1c6ef64" providerId="LiveId" clId="{00096F88-5E5C-41EB-8B9C-F5C5AC98715A}" dt="2026-09-15T14:49:39.148" v="82"/>
          <ac:spMkLst>
            <pc:docMk/>
            <pc:sldMk cId="1712740980" sldId="347"/>
            <ac:spMk id="6" creationId="{DAE1800E-B10D-3F5F-28CF-78AC2922E319}"/>
          </ac:spMkLst>
        </pc:spChg>
        <pc:picChg chg="add mod">
          <ac:chgData name="prajwal kalbhor" userId="e17723fef1c6ef64" providerId="LiveId" clId="{00096F88-5E5C-41EB-8B9C-F5C5AC98715A}" dt="2026-09-15T14:51:01.683" v="95" actId="14100"/>
          <ac:picMkLst>
            <pc:docMk/>
            <pc:sldMk cId="1712740980" sldId="347"/>
            <ac:picMk id="8" creationId="{471E98D2-8E27-FBB3-C2C8-17C9205D98EE}"/>
          </ac:picMkLst>
        </pc:picChg>
      </pc:sldChg>
      <pc:sldChg chg="addSp delSp modSp new del mod modAnim">
        <pc:chgData name="prajwal kalbhor" userId="e17723fef1c6ef64" providerId="LiveId" clId="{00096F88-5E5C-41EB-8B9C-F5C5AC98715A}" dt="2026-09-15T15:24:51.167" v="97" actId="47"/>
        <pc:sldMkLst>
          <pc:docMk/>
          <pc:sldMk cId="2038834416" sldId="348"/>
        </pc:sldMkLst>
        <pc:spChg chg="del">
          <ac:chgData name="prajwal kalbhor" userId="e17723fef1c6ef64" providerId="LiveId" clId="{00096F88-5E5C-41EB-8B9C-F5C5AC98715A}" dt="2026-09-15T14:49:42.556" v="83" actId="478"/>
          <ac:spMkLst>
            <pc:docMk/>
            <pc:sldMk cId="2038834416" sldId="348"/>
            <ac:spMk id="2" creationId="{C8B41004-60C6-D0F8-E320-2461B6CC52F1}"/>
          </ac:spMkLst>
        </pc:spChg>
        <pc:spChg chg="del">
          <ac:chgData name="prajwal kalbhor" userId="e17723fef1c6ef64" providerId="LiveId" clId="{00096F88-5E5C-41EB-8B9C-F5C5AC98715A}" dt="2026-09-15T14:49:42.556" v="83" actId="478"/>
          <ac:spMkLst>
            <pc:docMk/>
            <pc:sldMk cId="2038834416" sldId="348"/>
            <ac:spMk id="3" creationId="{045AB7FB-762C-1C7A-1304-8102EF69BACA}"/>
          </ac:spMkLst>
        </pc:spChg>
        <pc:spChg chg="del">
          <ac:chgData name="prajwal kalbhor" userId="e17723fef1c6ef64" providerId="LiveId" clId="{00096F88-5E5C-41EB-8B9C-F5C5AC98715A}" dt="2026-09-15T14:49:42.556" v="83" actId="478"/>
          <ac:spMkLst>
            <pc:docMk/>
            <pc:sldMk cId="2038834416" sldId="348"/>
            <ac:spMk id="4" creationId="{1FF34B19-FA75-E6D0-1CC0-5A26A8DFC127}"/>
          </ac:spMkLst>
        </pc:spChg>
        <pc:spChg chg="add mod">
          <ac:chgData name="prajwal kalbhor" userId="e17723fef1c6ef64" providerId="LiveId" clId="{00096F88-5E5C-41EB-8B9C-F5C5AC98715A}" dt="2026-09-15T14:49:43.875" v="84"/>
          <ac:spMkLst>
            <pc:docMk/>
            <pc:sldMk cId="2038834416" sldId="348"/>
            <ac:spMk id="5" creationId="{4B988C0D-AF29-A97F-28A2-117990439111}"/>
          </ac:spMkLst>
        </pc:spChg>
        <pc:picChg chg="add mod">
          <ac:chgData name="prajwal kalbhor" userId="e17723fef1c6ef64" providerId="LiveId" clId="{00096F88-5E5C-41EB-8B9C-F5C5AC98715A}" dt="2026-09-15T14:50:57.294" v="94" actId="14100"/>
          <ac:picMkLst>
            <pc:docMk/>
            <pc:sldMk cId="2038834416" sldId="348"/>
            <ac:picMk id="7" creationId="{1A0D031E-7562-23E8-D909-DDB1D1991BD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rajwalkalbhor/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75476" y="3516614"/>
            <a:ext cx="5509031" cy="450675"/>
          </a:xfrm>
        </p:spPr>
        <p:txBody>
          <a:bodyPr vert="horz" lIns="91440" tIns="45720" rIns="91440" bIns="45720" rtlCol="0" anchor="t">
            <a:normAutofit/>
          </a:bodyPr>
          <a:lstStyle/>
          <a:p>
            <a:pPr algn="r"/>
            <a:r>
              <a:rPr lang="en-US" b="0" dirty="0">
                <a:solidFill>
                  <a:schemeClr val="tx1"/>
                </a:solidFill>
              </a:rPr>
              <a:t>Student Name – Prajwal Sachin Kalbhor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139404" cy="743448"/>
          </a:xfrm>
        </p:spPr>
        <p:txBody>
          <a:bodyPr>
            <a:normAutofit fontScale="90000"/>
          </a:bodyPr>
          <a:lstStyle/>
          <a:p>
            <a:r>
              <a:rPr lang="en-GB" sz="3200" dirty="0"/>
              <a:t>Project Title –</a:t>
            </a:r>
            <a:r>
              <a:rPr lang="en-IN" b="1"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736825"/>
            <a:ext cx="5782509" cy="369332"/>
          </a:xfrm>
          <a:prstGeom prst="rect">
            <a:avLst/>
          </a:prstGeom>
          <a:noFill/>
        </p:spPr>
        <p:txBody>
          <a:bodyPr wrap="square" rtlCol="0">
            <a:spAutoFit/>
          </a:bodyPr>
          <a:lstStyle/>
          <a:p>
            <a:r>
              <a:rPr lang="en-US" b="1" dirty="0"/>
              <a:t>AICTE STU ID :</a:t>
            </a:r>
            <a:r>
              <a:rPr lang="en-IN" b="1" dirty="0"/>
              <a:t> STU68617c651e7b51751219301</a:t>
            </a:r>
            <a:endParaRPr lang="en-US" b="1" dirty="0"/>
          </a:p>
        </p:txBody>
      </p:sp>
      <p:sp>
        <p:nvSpPr>
          <p:cNvPr id="5" name="Text Placeholder 1">
            <a:extLst>
              <a:ext uri="{FF2B5EF4-FFF2-40B4-BE49-F238E27FC236}">
                <a16:creationId xmlns:a16="http://schemas.microsoft.com/office/drawing/2014/main" id="{B3F7F97B-679A-D161-79CF-7C4E5D5B20A1}"/>
              </a:ext>
            </a:extLst>
          </p:cNvPr>
          <p:cNvSpPr txBox="1">
            <a:spLocks/>
          </p:cNvSpPr>
          <p:nvPr/>
        </p:nvSpPr>
        <p:spPr>
          <a:xfrm>
            <a:off x="-244606" y="4098757"/>
            <a:ext cx="7345852" cy="450675"/>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College Name – </a:t>
            </a:r>
            <a:r>
              <a:rPr lang="en-US" b="0" dirty="0" err="1">
                <a:solidFill>
                  <a:schemeClr val="tx1"/>
                </a:solidFill>
              </a:rPr>
              <a:t>Navsahyadri</a:t>
            </a:r>
            <a:r>
              <a:rPr lang="en-US" b="0" dirty="0">
                <a:solidFill>
                  <a:schemeClr val="tx1"/>
                </a:solidFill>
              </a:rPr>
              <a:t> Group of Institutions, Pune</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3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id="{4E468E23-D4AE-EF46-DD65-CDE0A92F30DD}"/>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7500" lnSpcReduction="20000"/>
          </a:bodyPr>
          <a:lstStyle/>
          <a:p>
            <a:pPr>
              <a:lnSpc>
                <a:spcPct val="100000"/>
              </a:lnSpc>
            </a:pPr>
            <a:r>
              <a:rPr lang="en-US" sz="2800" dirty="0"/>
              <a:t>In this project I have studied data to see how farming performance changes with different seasons. I have mainly focused on crop yield, profit, water usage and irrigation methods.</a:t>
            </a:r>
          </a:p>
          <a:p>
            <a:pPr>
              <a:lnSpc>
                <a:spcPct val="100000"/>
              </a:lnSpc>
            </a:pPr>
            <a:endParaRPr lang="en-US" sz="2800" dirty="0"/>
          </a:p>
          <a:p>
            <a:pPr>
              <a:lnSpc>
                <a:spcPct val="100000"/>
              </a:lnSpc>
            </a:pPr>
            <a:r>
              <a:rPr lang="en-US" sz="2800" dirty="0"/>
              <a:t>I cleaned the dataset and used graphs to compare crops and seasons. I also checked how factors such as rainfall, temperature and soil moisture relate to crop yield. Finally I used correlation and other analysis to find the patterns, in the data.</a:t>
            </a:r>
            <a:endParaRPr lang="en-IN" sz="28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20000"/>
          </a:bodyPr>
          <a:lstStyle/>
          <a:p>
            <a:r>
              <a:rPr lang="en-US" b="1" dirty="0"/>
              <a:t>Farmers</a:t>
            </a:r>
            <a:r>
              <a:rPr lang="en-US" dirty="0"/>
              <a:t> </a:t>
            </a:r>
            <a:r>
              <a:rPr lang="en-US" b="1" dirty="0"/>
              <a:t>–</a:t>
            </a:r>
            <a:r>
              <a:rPr lang="en-US" dirty="0"/>
              <a:t> Farmers can use the analysis to understand how crops perform in seasons and make better decisions when it comes to farming.</a:t>
            </a:r>
          </a:p>
          <a:p>
            <a:endParaRPr lang="en-US" dirty="0"/>
          </a:p>
          <a:p>
            <a:r>
              <a:rPr lang="en-US" b="1" dirty="0"/>
              <a:t>Agricultural Officers –</a:t>
            </a:r>
            <a:r>
              <a:rPr lang="en-US" dirty="0"/>
              <a:t> Agricultural officers can use the findings to look into crop yield, profit and water usage, in seasons.</a:t>
            </a:r>
          </a:p>
          <a:p>
            <a:endParaRPr lang="en-US" dirty="0"/>
          </a:p>
          <a:p>
            <a:r>
              <a:rPr lang="en-US" b="1" dirty="0"/>
              <a:t>Researchers</a:t>
            </a:r>
            <a:r>
              <a:rPr lang="en-US" dirty="0"/>
              <a:t> </a:t>
            </a:r>
            <a:r>
              <a:rPr lang="en-US" b="1" dirty="0"/>
              <a:t>–</a:t>
            </a:r>
            <a:r>
              <a:rPr lang="en-US" dirty="0"/>
              <a:t> Researchers can use the analysis to look at trends and how different factors relate to crop yield.</a:t>
            </a:r>
          </a:p>
          <a:p>
            <a:endParaRPr lang="en-US" dirty="0"/>
          </a:p>
          <a:p>
            <a:r>
              <a:rPr lang="en-US" b="1" dirty="0"/>
              <a:t>Students &amp; Data Analysts –</a:t>
            </a:r>
            <a:r>
              <a:rPr lang="en-US" dirty="0"/>
              <a:t> Students and data analysts can use the project to learn how real agricultural data can be analyzed and shown through visualizations.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fade">
                                      <p:cBhvr>
                                        <p:cTn id="35" dur="1000"/>
                                        <p:tgtEl>
                                          <p:spTgt spid="2">
                                            <p:txEl>
                                              <p:pRg st="6" end="6"/>
                                            </p:txEl>
                                          </p:spTgt>
                                        </p:tgtEl>
                                      </p:cBhvr>
                                    </p:animEffect>
                                    <p:anim calcmode="lin" valueType="num">
                                      <p:cBhvr>
                                        <p:cTn id="36"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fontScale="92500"/>
          </a:bodyPr>
          <a:lstStyle/>
          <a:p>
            <a:pPr lvl="1">
              <a:lnSpc>
                <a:spcPct val="150000"/>
              </a:lnSpc>
            </a:pPr>
            <a:r>
              <a:rPr lang="en-US" b="1" dirty="0"/>
              <a:t>Python – </a:t>
            </a:r>
            <a:r>
              <a:rPr lang="en-US" dirty="0"/>
              <a:t>Python was used to do the analysis of the agricultural dataset.</a:t>
            </a:r>
          </a:p>
          <a:p>
            <a:pPr lvl="1">
              <a:lnSpc>
                <a:spcPct val="150000"/>
              </a:lnSpc>
            </a:pPr>
            <a:r>
              <a:rPr lang="en-US" b="1" dirty="0"/>
              <a:t>Pandas – </a:t>
            </a:r>
            <a:r>
              <a:rPr lang="en-US" dirty="0"/>
              <a:t>Pandas was used to load the dataset clean the data and analyze it.</a:t>
            </a:r>
          </a:p>
          <a:p>
            <a:pPr lvl="1">
              <a:lnSpc>
                <a:spcPct val="150000"/>
              </a:lnSpc>
            </a:pPr>
            <a:r>
              <a:rPr lang="en-US" b="1" dirty="0"/>
              <a:t>NumPy – </a:t>
            </a:r>
            <a:r>
              <a:rPr lang="en-US" dirty="0"/>
              <a:t>NumPy was used to do calculations while working on the analysis.</a:t>
            </a:r>
          </a:p>
          <a:p>
            <a:pPr lvl="1">
              <a:lnSpc>
                <a:spcPct val="150000"/>
              </a:lnSpc>
            </a:pPr>
            <a:r>
              <a:rPr lang="en-US" b="1" dirty="0"/>
              <a:t>Matplotlib – </a:t>
            </a:r>
            <a:r>
              <a:rPr lang="en-US" dirty="0"/>
              <a:t>Matplotlib was used to make graphs to show the results.</a:t>
            </a:r>
          </a:p>
          <a:p>
            <a:pPr lvl="1">
              <a:lnSpc>
                <a:spcPct val="150000"/>
              </a:lnSpc>
            </a:pPr>
            <a:r>
              <a:rPr lang="en-US" b="1" dirty="0"/>
              <a:t>Seaborn – </a:t>
            </a:r>
            <a:r>
              <a:rPr lang="en-US" dirty="0"/>
              <a:t>Seaborn was used to make visualizations and the correlation heatmap.</a:t>
            </a:r>
          </a:p>
          <a:p>
            <a:pPr lvl="1">
              <a:lnSpc>
                <a:spcPct val="150000"/>
              </a:lnSpc>
            </a:pPr>
            <a:r>
              <a:rPr lang="en-US" b="1" dirty="0"/>
              <a:t>Jupyter Notebook – </a:t>
            </a:r>
            <a:r>
              <a:rPr lang="en-US" dirty="0"/>
              <a:t>Jupyter Notebook was used to write the code run the code and keep the project organized.</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9ED444E-0B7C-CE38-F8DB-9FEA552D04AF}"/>
              </a:ext>
            </a:extLst>
          </p:cNvPr>
          <p:cNvPicPr>
            <a:picLocks noChangeAspect="1"/>
          </p:cNvPicPr>
          <p:nvPr/>
        </p:nvPicPr>
        <p:blipFill>
          <a:blip r:embed="rId3"/>
          <a:stretch>
            <a:fillRect/>
          </a:stretch>
        </p:blipFill>
        <p:spPr>
          <a:xfrm>
            <a:off x="1415976" y="1200681"/>
            <a:ext cx="9202995" cy="546427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0086691-6ABF-9AD3-34AB-6EA2A9F368E5}"/>
              </a:ext>
            </a:extLst>
          </p:cNvPr>
          <p:cNvPicPr>
            <a:picLocks noChangeAspect="1"/>
          </p:cNvPicPr>
          <p:nvPr/>
        </p:nvPicPr>
        <p:blipFill>
          <a:blip r:embed="rId3"/>
          <a:stretch>
            <a:fillRect/>
          </a:stretch>
        </p:blipFill>
        <p:spPr>
          <a:xfrm>
            <a:off x="1433735" y="1201586"/>
            <a:ext cx="9324529" cy="553643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E442E45-53A7-C4B1-43CA-9EDBA7E7039C}"/>
              </a:ext>
            </a:extLst>
          </p:cNvPr>
          <p:cNvPicPr>
            <a:picLocks noChangeAspect="1"/>
          </p:cNvPicPr>
          <p:nvPr/>
        </p:nvPicPr>
        <p:blipFill>
          <a:blip r:embed="rId3"/>
          <a:stretch>
            <a:fillRect/>
          </a:stretch>
        </p:blipFill>
        <p:spPr>
          <a:xfrm>
            <a:off x="1357242" y="1275371"/>
            <a:ext cx="9320463" cy="553402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CA21D21-BCAC-45D0-BA35-C7540476A5BF}"/>
              </a:ext>
            </a:extLst>
          </p:cNvPr>
          <p:cNvPicPr>
            <a:picLocks noChangeAspect="1"/>
          </p:cNvPicPr>
          <p:nvPr/>
        </p:nvPicPr>
        <p:blipFill>
          <a:blip r:embed="rId3"/>
          <a:stretch>
            <a:fillRect/>
          </a:stretch>
        </p:blipFill>
        <p:spPr>
          <a:xfrm>
            <a:off x="1465847" y="1201586"/>
            <a:ext cx="9260305" cy="549830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5E8C234-2F45-7C7C-1007-95F9500679F5}"/>
              </a:ext>
            </a:extLst>
          </p:cNvPr>
          <p:cNvPicPr>
            <a:picLocks noChangeAspect="1"/>
          </p:cNvPicPr>
          <p:nvPr/>
        </p:nvPicPr>
        <p:blipFill>
          <a:blip r:embed="rId3"/>
          <a:stretch>
            <a:fillRect/>
          </a:stretch>
        </p:blipFill>
        <p:spPr>
          <a:xfrm>
            <a:off x="1325158" y="1201586"/>
            <a:ext cx="9384631" cy="557212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1">
            <a:extLst>
              <a:ext uri="{FF2B5EF4-FFF2-40B4-BE49-F238E27FC236}">
                <a16:creationId xmlns:a16="http://schemas.microsoft.com/office/drawing/2014/main" id="{3BF90A59-6831-1346-C04C-5DE3B1DB2CA2}"/>
              </a:ext>
            </a:extLst>
          </p:cNvPr>
          <p:cNvSpPr>
            <a:spLocks noGrp="1"/>
          </p:cNvSpPr>
          <p:nvPr>
            <p:ph type="body" sz="quarter" idx="12"/>
          </p:nvPr>
        </p:nvSpPr>
        <p:spPr>
          <a:xfrm>
            <a:off x="675957" y="1483895"/>
            <a:ext cx="7176653" cy="4507831"/>
          </a:xfrm>
        </p:spPr>
        <p:txBody>
          <a:bodyPr vert="horz" lIns="91440" tIns="45720" rIns="91440" bIns="45720" rtlCol="0" anchor="t">
            <a:normAutofit fontScale="62500" lnSpcReduction="20000"/>
          </a:bodyPr>
          <a:lstStyle/>
          <a:p>
            <a:pPr>
              <a:lnSpc>
                <a:spcPct val="100000"/>
              </a:lnSpc>
            </a:pPr>
            <a:r>
              <a:rPr lang="en-US" sz="2800" dirty="0"/>
              <a:t>In the future this project can be improved by using data from more years different regions and a wider variety of crops. Adding information about soil, rainfall, temperature and irrigation can help in understanding the factors that affect crop performance more clearly.</a:t>
            </a:r>
          </a:p>
          <a:p>
            <a:pPr>
              <a:lnSpc>
                <a:spcPct val="100000"/>
              </a:lnSpc>
            </a:pPr>
            <a:endParaRPr lang="en-US" sz="2800" dirty="0"/>
          </a:p>
          <a:p>
            <a:pPr>
              <a:lnSpc>
                <a:spcPct val="100000"/>
              </a:lnSpc>
            </a:pPr>
            <a:r>
              <a:rPr lang="en-US" sz="2800" dirty="0"/>
              <a:t>The analysis can also be extended by using machine learning techniques to predict crop yield and profit based on agricultural conditions. This can help in comparing crops and different seasons and can provide more useful insights for future farming decisions.</a:t>
            </a:r>
          </a:p>
          <a:p>
            <a:pPr>
              <a:lnSpc>
                <a:spcPct val="100000"/>
              </a:lnSpc>
            </a:pPr>
            <a:endParaRPr lang="en-US" sz="2800" dirty="0"/>
          </a:p>
          <a:p>
            <a:pPr>
              <a:lnSpc>
                <a:spcPct val="100000"/>
              </a:lnSpc>
            </a:pPr>
            <a:r>
              <a:rPr lang="en-US" sz="2800" dirty="0"/>
              <a:t>The project can further be developed into a dashboard where users can easily select a crop or a season and view its yield, profit and water usage. With updated and accurate data the project can become more useful for farmers for agricultural officers and, for researchers.</a:t>
            </a:r>
            <a:endParaRPr lang="en-IN" sz="28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0" end="0"/>
                                            </p:txEl>
                                          </p:spTgt>
                                        </p:tgtEl>
                                        <p:attrNameLst>
                                          <p:attrName>style.visibility</p:attrName>
                                        </p:attrNameLst>
                                      </p:cBhvr>
                                      <p:to>
                                        <p:strVal val="visible"/>
                                      </p:to>
                                    </p:set>
                                    <p:animEffect transition="in" filter="fade">
                                      <p:cBhvr>
                                        <p:cTn id="28" dur="1000"/>
                                        <p:tgtEl>
                                          <p:spTgt spid="3">
                                            <p:txEl>
                                              <p:pRg st="0" end="0"/>
                                            </p:txEl>
                                          </p:spTgt>
                                        </p:tgtEl>
                                      </p:cBhvr>
                                    </p:animEffect>
                                    <p:anim calcmode="lin" valueType="num">
                                      <p:cBhvr>
                                        <p:cTn id="29"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solidFill>
                  <a:schemeClr val="accent2">
                    <a:lumMod val="75000"/>
                  </a:schemeClr>
                </a:solidFill>
                <a:hlinkClick r:id="rId3">
                  <a:extLst>
                    <a:ext uri="{A12FA001-AC4F-418D-AE19-62706E023703}">
                      <ahyp:hlinkClr xmlns:ahyp="http://schemas.microsoft.com/office/drawing/2018/hyperlinkcolor" val="tx"/>
                    </a:ext>
                  </a:extLst>
                </a:hlinkClick>
              </a:rPr>
              <a:t>https://github.com/prajwalkalbhor/seasonal-agriculture-performance-analysis.git</a:t>
            </a:r>
            <a:endParaRPr lang="en-US" dirty="0">
              <a:solidFill>
                <a:schemeClr val="accent2">
                  <a:lumMod val="75000"/>
                </a:schemeClr>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D054A9E-430C-DE38-5620-F900B7CAA582}"/>
              </a:ext>
            </a:extLst>
          </p:cNvPr>
          <p:cNvPicPr>
            <a:picLocks noChangeAspect="1"/>
          </p:cNvPicPr>
          <p:nvPr/>
        </p:nvPicPr>
        <p:blipFill>
          <a:blip r:embed="rId3"/>
          <a:stretch>
            <a:fillRect/>
          </a:stretch>
        </p:blipFill>
        <p:spPr>
          <a:xfrm>
            <a:off x="1133028" y="1327508"/>
            <a:ext cx="7650026" cy="539574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1433</TotalTime>
  <Words>569</Words>
  <Application>Microsoft Office PowerPoint</Application>
  <PresentationFormat>Widescreen</PresentationFormat>
  <Paragraphs>43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prajwal kalbhor</cp:lastModifiedBy>
  <cp:revision>99</cp:revision>
  <dcterms:created xsi:type="dcterms:W3CDTF">2021-07-11T13:13:15Z</dcterms:created>
  <dcterms:modified xsi:type="dcterms:W3CDTF">2026-09-15T15:25:47Z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